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601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601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0" y="914400"/>
            <a:ext cx="320040" cy="0"/>
          </a:xfrm>
          <a:prstGeom prst="line">
            <a:avLst/>
          </a:prstGeom>
          <a:ln w="2540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69880" y="7772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43000"/>
            <a:ext cx="320040" cy="0"/>
          </a:xfrm>
          <a:prstGeom prst="line">
            <a:avLst/>
          </a:prstGeom>
          <a:ln w="25400">
            <a:solidFill>
              <a:srgbClr val="7030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69880" y="10058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