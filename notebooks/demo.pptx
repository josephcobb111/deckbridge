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-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Refactored Package -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(Bar) - Chart Title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