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  <p:sldId id="260" r:id="rId22"/>
    <p:sldId id="261" r:id="rId23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Relationship Id="rId2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 w="254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 w="25400">
              <a:solidFill>
                <a:srgbClr val="7030A0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 w="254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 w="25400">
              <a:solidFill>
                <a:srgbClr val="7030A0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C00000"/>
            </a:solidFill>
            <a:ln w="25400">
              <a:solidFill>
                <a:srgbClr val="C00000"/>
              </a:solidFill>
              <a:prstDash val="solid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7030A0"/>
            </a:solidFill>
            <a:ln w="25400">
              <a:solidFill>
                <a:srgbClr val="7030A0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>
              <a:solidFill>
                <a:srgbClr val="4E79A7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sz="1000" b="1" i="0" u="none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Revenue!</c:v>
                </c:pt>
              </c:strCache>
            </c:strRef>
          </c:tx>
          <c:spPr>
            <a:solidFill>
              <a:srgbClr val="4E79A7"/>
            </a:solidFill>
            <a:ln w="25400">
              <a:solidFill>
                <a:srgbClr val="4E79A7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Cost!</c:v>
                </c:pt>
              </c:strCache>
            </c:strRef>
          </c:tx>
          <c:spPr>
            <a:solidFill>
              <a:srgbClr val="F28E2B"/>
            </a:solidFill>
            <a:ln w="25400">
              <a:solidFill>
                <a:srgbClr val="F28E2B"/>
              </a:solidFill>
              <a:prstDash val="dash"/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0.0"/>
          <c:min val="0.0"/>
        </c:scaling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numFmt formatCode="$0.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200" b="1" i="0" u="none">
                <a:solidFill>
                  <a:srgbClr val="7F7F7F"/>
                </a:solidFill>
              </a:rP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00" b="0" i="0" u="none">
                <a:solidFill>
                  <a:srgbClr val="000000"/>
                </a:solidFill>
              </a:rP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0" y="6263640"/>
            <a:ext cx="164592" cy="16459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86016" y="61904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Revenue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6492240"/>
            <a:ext cx="164592" cy="164592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86016" y="64190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Cost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9560" y="6263640"/>
            <a:ext cx="164592" cy="16459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6" y="61904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Revenue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9560" y="6492240"/>
            <a:ext cx="164592" cy="164592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6" y="641908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Cost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58400" y="914400"/>
            <a:ext cx="320040" cy="0"/>
          </a:xfrm>
          <a:prstGeom prst="line">
            <a:avLst/>
          </a:prstGeom>
          <a:ln w="25400">
            <a:solidFill>
              <a:srgbClr val="C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469880" y="777240"/>
            <a:ext cx="13716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Revenue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400" y="1143000"/>
            <a:ext cx="320040" cy="0"/>
          </a:xfrm>
          <a:prstGeom prst="line">
            <a:avLst/>
          </a:prstGeom>
          <a:ln w="25400">
            <a:solidFill>
              <a:srgbClr val="7030A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469880" y="1005840"/>
            <a:ext cx="13716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</a:rPr>
              <a:t>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These should all be the same (except for legend names)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63640"/>
            <a:ext cx="114300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