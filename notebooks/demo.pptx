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Demo - Title Slide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Refactored Package - 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0" y="155448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0" y="109728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- Slide Title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(Bar) - Chart Title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943600" y="1554480"/>
          <a:ext cx="2743200" cy="3657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943600" y="109728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