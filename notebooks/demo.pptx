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  <p:sldId id="260" r:id="rId22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200" b="1" i="0" u="none">
                <a:solidFill>
                  <a:srgbClr val="7F7F7F"/>
                </a:solidFill>
              </a:rP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00" b="0" i="0" u="none">
                <a:solidFill>
                  <a:srgbClr val="000000"/>
                </a:solidFill>
              </a:rP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6263640"/>
            <a:ext cx="164592" cy="16459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6016" y="61904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6492240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86016" y="64190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560" y="6263640"/>
            <a:ext cx="164592" cy="16459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6" y="61904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6492240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6" y="64190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58400" y="914400"/>
            <a:ext cx="320040" cy="0"/>
          </a:xfrm>
          <a:prstGeom prst="line">
            <a:avLst/>
          </a:prstGeom>
          <a:ln w="2540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469880" y="777240"/>
            <a:ext cx="13716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43000"/>
            <a:ext cx="320040" cy="0"/>
          </a:xfrm>
          <a:prstGeom prst="line">
            <a:avLst/>
          </a:prstGeom>
          <a:ln w="25400">
            <a:solidFill>
              <a:srgbClr val="7030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469880" y="1005840"/>
            <a:ext cx="13716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