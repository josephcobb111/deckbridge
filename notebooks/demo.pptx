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.0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solidFill>
                <a:srgbClr val="7030A0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</c:spPr>
          <c:marker>
            <c:symbol val="circle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</c:spPr>
          <c:marker>
            <c:symbol val="circle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xVal>
            <c:numRef>
              <c:f>Sheet1!$A$8:$A$11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00.0"/>
          <c:min val="0.0"/>
        </c:scaling>
        <c:delete val="0"/>
        <c:axPos val="l"/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Relationship Id="rId5" Type="http://schemas.openxmlformats.org/officeDocument/2006/relationships/chart" Target="../charts/chart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0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44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601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601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0" y="914400"/>
            <a:ext cx="320040" cy="0"/>
          </a:xfrm>
          <a:prstGeom prst="line">
            <a:avLst/>
          </a:prstGeom>
          <a:ln w="2540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69880" y="7772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43000"/>
            <a:ext cx="320040" cy="0"/>
          </a:xfrm>
          <a:prstGeom prst="line">
            <a:avLst/>
          </a:prstGeom>
          <a:ln w="2540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69880" y="10058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3319272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319272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6181344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81344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9" name="chart_4"/>
          <p:cNvGraphicFramePr>
            <a:graphicFrameLocks noGrp="1"/>
          </p:cNvGraphicFramePr>
          <p:nvPr/>
        </p:nvGraphicFramePr>
        <p:xfrm>
          <a:off x="9043416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043416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_2"/>
          <p:cNvGraphicFramePr>
            <a:graphicFrameLocks noGrp="1"/>
          </p:cNvGraphicFramePr>
          <p:nvPr/>
        </p:nvGraphicFramePr>
        <p:xfrm>
          <a:off x="3319272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chart_3"/>
          <p:cNvGraphicFramePr>
            <a:graphicFrameLocks noGrp="1"/>
          </p:cNvGraphicFramePr>
          <p:nvPr/>
        </p:nvGraphicFramePr>
        <p:xfrm>
          <a:off x="6181344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6" name="chart_4"/>
          <p:cNvGraphicFramePr>
            <a:graphicFrameLocks noGrp="1"/>
          </p:cNvGraphicFramePr>
          <p:nvPr/>
        </p:nvGraphicFramePr>
        <p:xfrm>
          <a:off x="9043416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