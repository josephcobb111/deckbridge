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 u="none"/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- Slide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- 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(Line) - Chart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- 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(Line) - Chart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(Bar) - Chart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0" u="none"/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