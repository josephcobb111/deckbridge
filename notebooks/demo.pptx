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Revenue Trend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Demo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Refactored Package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Revenue Trend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914400" y="1371600"/>
          <a:ext cx="73152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