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</c:spPr>
          <c:marker>
            <c:symbol val="circle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</c:spPr>
          <c:marker>
            <c:symbol val="circle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xVal>
            <c:numRef>
              <c:f>Sheet1!$A$8:$A$11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Relationship Id="rId5" Type="http://schemas.openxmlformats.org/officeDocument/2006/relationships/chart" Target="../charts/chart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0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44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3319272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319272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6181344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81344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9" name="chart_4"/>
          <p:cNvGraphicFramePr>
            <a:graphicFrameLocks noGrp="1"/>
          </p:cNvGraphicFramePr>
          <p:nvPr/>
        </p:nvGraphicFramePr>
        <p:xfrm>
          <a:off x="9043416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043416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_2"/>
          <p:cNvGraphicFramePr>
            <a:graphicFrameLocks noGrp="1"/>
          </p:cNvGraphicFramePr>
          <p:nvPr/>
        </p:nvGraphicFramePr>
        <p:xfrm>
          <a:off x="3319272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chart_3"/>
          <p:cNvGraphicFramePr>
            <a:graphicFrameLocks noGrp="1"/>
          </p:cNvGraphicFramePr>
          <p:nvPr/>
        </p:nvGraphicFramePr>
        <p:xfrm>
          <a:off x="6181344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chart_4"/>
          <p:cNvGraphicFramePr>
            <a:graphicFrameLocks noGrp="1"/>
          </p:cNvGraphicFramePr>
          <p:nvPr/>
        </p:nvGraphicFramePr>
        <p:xfrm>
          <a:off x="9043416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