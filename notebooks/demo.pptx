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 i="0" u="none">
                <a:solidFill>
                  <a:srgbClr val="000000"/>
                </a:solidFill>
              </a:defRPr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