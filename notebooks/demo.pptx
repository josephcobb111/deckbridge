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  <p:sldId id="260" r:id="rId22"/>
    <p:sldId id="261" r:id="rId23"/>
    <p:sldId id="262" r:id="rId24"/>
    <p:sldId id="263" r:id="rId25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22" Type="http://schemas.openxmlformats.org/officeDocument/2006/relationships/slide" Target="slides/slide5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C00000"/>
            </a:solidFill>
            <a:ln w="25400">
              <a:solidFill>
                <a:srgbClr val="C00000"/>
              </a:solidFill>
              <a:prstDash val="solid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7030A0"/>
            </a:solidFill>
            <a:ln w="25400">
              <a:solidFill>
                <a:srgbClr val="7030A0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C00000"/>
            </a:solidFill>
            <a:ln w="25400">
              <a:solidFill>
                <a:srgbClr val="C00000"/>
              </a:solidFill>
              <a:prstDash val="solid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7030A0"/>
            </a:solidFill>
            <a:ln w="25400">
              <a:solidFill>
                <a:srgbClr val="7030A0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>
              <a:solidFill>
                <a:srgbClr val="4E79A7"/>
              </a:solidFill>
            </a:ln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sz="1000" b="1" i="0" u="none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sz="1000" b="1" i="0" u="none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0.0%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C00000"/>
            </a:solidFill>
            <a:ln w="25400">
              <a:solidFill>
                <a:srgbClr val="C00000"/>
              </a:solidFill>
              <a:prstDash val="solid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7030A0"/>
            </a:solidFill>
            <a:ln w="25400">
              <a:solidFill>
                <a:srgbClr val="7030A0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>
              <a:solidFill>
                <a:srgbClr val="4E79A7"/>
              </a:solidFill>
            </a:ln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sz="1000" b="1" i="0" u="none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sz="1000" b="1" i="0" u="none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0.0%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Relationship Id="rId4" Type="http://schemas.openxmlformats.org/officeDocument/2006/relationships/chart" Target="../charts/char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3.xml"/><Relationship Id="rId3" Type="http://schemas.openxmlformats.org/officeDocument/2006/relationships/chart" Target="../charts/chart14.xml"/><Relationship Id="rId4" Type="http://schemas.openxmlformats.org/officeDocument/2006/relationships/chart" Target="../charts/chart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Relationship Id="rId4" Type="http://schemas.openxmlformats.org/officeDocument/2006/relationships/chart" Target="../charts/chart18.xml"/><Relationship Id="rId5" Type="http://schemas.openxmlformats.org/officeDocument/2006/relationships/chart" Target="../charts/chart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4400" b="1" i="0" u="none">
                <a:solidFill>
                  <a:srgbClr val="7F7F7F"/>
                </a:solidFill>
              </a:rPr>
              <a:t>Demo - deck_title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800" b="0" i="0" u="none">
                <a:solidFill>
                  <a:srgbClr val="000000"/>
                </a:solidFill>
              </a:rPr>
              <a:t>deckbridge - deck_author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0" y="6263640"/>
            <a:ext cx="164592" cy="16459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6016" y="6190488"/>
            <a:ext cx="9144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Revenue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6492240"/>
            <a:ext cx="164592" cy="164592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86016" y="6419088"/>
            <a:ext cx="9144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Cost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7909560" y="6263640"/>
            <a:ext cx="164592" cy="16459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6" y="6190488"/>
            <a:ext cx="9144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Revenue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9560" y="6492240"/>
            <a:ext cx="164592" cy="164592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6" y="6419088"/>
            <a:ext cx="9144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Cost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058400" y="914400"/>
            <a:ext cx="320040" cy="0"/>
          </a:xfrm>
          <a:prstGeom prst="line">
            <a:avLst/>
          </a:prstGeom>
          <a:ln w="2540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469880" y="777240"/>
            <a:ext cx="13716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Revenue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43000"/>
            <a:ext cx="320040" cy="0"/>
          </a:xfrm>
          <a:prstGeom prst="line">
            <a:avLst/>
          </a:prstGeom>
          <a:ln w="25400">
            <a:solidFill>
              <a:srgbClr val="7030A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469880" y="1005840"/>
            <a:ext cx="13716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Cost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(Bar) - Chart Title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These should all be the same (except for legend names)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These should all be the same (except for legend names)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These should all be the same (except for legend names)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 i="0" u="sng">
                <a:solidFill>
                  <a:srgbClr val="000000"/>
                </a:solidFill>
              </a:rPr>
              <a:t>Revenue Trend (Line) - Chart Title
</a:t>
            </a:r>
            <a:r>
              <a:rPr sz="12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These should all be the same (except for legend names)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2862072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2862072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 i="0" u="sng">
                <a:solidFill>
                  <a:srgbClr val="000000"/>
                </a:solidFill>
              </a:rPr>
              <a:t>Revenue Trend (Line) - Chart Title
</a:t>
            </a:r>
            <a:r>
              <a:rPr sz="10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3319272" y="1463040"/>
          <a:ext cx="2862072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319272" y="1005840"/>
            <a:ext cx="2862072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 i="0" u="sng">
                <a:solidFill>
                  <a:srgbClr val="000000"/>
                </a:solidFill>
              </a:rPr>
              <a:t>Revenue Trend (Line) - Chart Title
</a:t>
            </a:r>
            <a:r>
              <a:rPr sz="10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6181344" y="1463040"/>
          <a:ext cx="2862072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181344" y="1005840"/>
            <a:ext cx="2862072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 i="0" u="sng">
                <a:solidFill>
                  <a:srgbClr val="000000"/>
                </a:solidFill>
              </a:rPr>
              <a:t>Revenue Trend (Line) - Chart Title
</a:t>
            </a:r>
            <a:r>
              <a:rPr sz="10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9" name="chart_4"/>
          <p:cNvGraphicFramePr>
            <a:graphicFrameLocks noGrp="1"/>
          </p:cNvGraphicFramePr>
          <p:nvPr/>
        </p:nvGraphicFramePr>
        <p:xfrm>
          <a:off x="9043416" y="1463040"/>
          <a:ext cx="2862072" cy="48006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9043416" y="1005840"/>
            <a:ext cx="2862072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200" b="1" i="0" u="sng">
                <a:solidFill>
                  <a:srgbClr val="000000"/>
                </a:solidFill>
              </a:rPr>
              <a:t>Revenue Trend (Line) - Chart Title
</a:t>
            </a:r>
            <a:r>
              <a:rPr sz="10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