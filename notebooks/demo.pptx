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 i="1" u="none">
                <a:solidFill>
                  <a:srgbClr val="7F7F7F"/>
                </a:solidFill>
              </a:defRPr>
            </a:pPr>
            <a: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- Slide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- Slide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(Line) - Chart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- Slide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(Line) - Chart 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(Bar) - Chart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