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- Slide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(Bar) - Chart Title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i="0" u="none"/>
            </a:pPr>
            <a:r>
              <a:t>Revenue Trend (Line) - Chart Title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