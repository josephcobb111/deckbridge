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6" r:id="rId1"/>
  </p:sldMasterIdLst>
  <p:notesMasterIdLst>
    <p:notesMasterId r:id="rId2"/>
  </p:notesMasterIdLst>
  <p:sldIdLst>
    <p:sldId id="256" r:id="rId18"/>
    <p:sldId id="257" r:id="rId19"/>
    <p:sldId id="258" r:id="rId20"/>
    <p:sldId id="259" r:id="rId21"/>
  </p:sldIdLst>
  <p:sldSz cx="12188825" cy="6858000"/>
  <p:notesSz cx="6858000" cy="9144000"/>
  <p:embeddedFontLst>
    <p:embeddedFont>
      <p:font typeface="Arimo SemiBold" panose="020B0604020202020204" pitchFamily="34" charset="0"/>
      <p:regular r:id="rId3"/>
      <p:bold r:id="rId4"/>
      <p:italic r:id="rId5"/>
      <p:boldItalic r:id="rId6"/>
    </p:embeddedFont>
    <p:embeddedFont>
      <p:font typeface="Montserrat Black" panose="00000A00000000000000" pitchFamily="2" charset="77"/>
      <p:bold r:id="rId7"/>
      <p:italic r:id="rId8"/>
      <p:boldItalic r:id="rId9"/>
    </p:embeddedFont>
    <p:embeddedFont>
      <p:font typeface="Nunito Light" pitchFamily="2" charset="77"/>
      <p:regular r:id="rId10"/>
      <p:bold r:id="rId11"/>
      <p:italic r:id="rId12"/>
      <p:boldItalic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747775"/>
          </p15:clr>
        </p15:guide>
        <p15:guide id="2" pos="3839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08"/>
    <p:restoredTop sz="94690"/>
  </p:normalViewPr>
  <p:slideViewPr>
    <p:cSldViewPr snapToGrid="0">
      <p:cViewPr varScale="1">
        <p:scale>
          <a:sx n="119" d="100"/>
          <a:sy n="119" d="100"/>
        </p:scale>
        <p:origin x="744" y="192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font" Target="fonts/font3.fntdata"/><Relationship Id="rId6" Type="http://schemas.openxmlformats.org/officeDocument/2006/relationships/font" Target="fonts/font4.fntdata"/><Relationship Id="rId7" Type="http://schemas.openxmlformats.org/officeDocument/2006/relationships/font" Target="fonts/font5.fntdata"/><Relationship Id="rId8" Type="http://schemas.openxmlformats.org/officeDocument/2006/relationships/font" Target="fonts/font6.fntdata"/><Relationship Id="rId9" Type="http://schemas.openxmlformats.org/officeDocument/2006/relationships/font" Target="fonts/font7.fntdata"/><Relationship Id="rId10" Type="http://schemas.openxmlformats.org/officeDocument/2006/relationships/font" Target="fonts/font8.fntdata"/><Relationship Id="rId11" Type="http://schemas.openxmlformats.org/officeDocument/2006/relationships/font" Target="fonts/font9.fntdata"/><Relationship Id="rId12" Type="http://schemas.openxmlformats.org/officeDocument/2006/relationships/font" Target="fonts/font10.fntdata"/><Relationship Id="rId13" Type="http://schemas.openxmlformats.org/officeDocument/2006/relationships/font" Target="fonts/font11.fntdata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.xml"/><Relationship Id="rId19" Type="http://schemas.openxmlformats.org/officeDocument/2006/relationships/slide" Target="slides/slide2.xml"/><Relationship Id="rId20" Type="http://schemas.openxmlformats.org/officeDocument/2006/relationships/slide" Target="slides/slide3.xml"/><Relationship Id="rId2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0.0%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0.0%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JanJan</c:v>
                </c:pt>
                <c:pt idx="1">
                  <c:v>FebFeb</c:v>
                </c:pt>
                <c:pt idx="2">
                  <c:v>MarMar</c:v>
                </c:pt>
                <c:pt idx="3">
                  <c:v>AprApr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28</c:v>
                </c:pt>
                <c:pt idx="2">
                  <c:v>18</c:v>
                </c:pt>
                <c:pt idx="3">
                  <c:v>36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2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D608E66C-D610-A348-065C-E13F33D9BA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17904" y="2286000"/>
            <a:ext cx="9144000" cy="1014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A765C46D-1070-1C7E-87B7-A28FE99387E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17903" y="3657599"/>
            <a:ext cx="9153017" cy="2441447"/>
          </a:xfrm>
        </p:spPr>
        <p:txBody>
          <a:bodyPr/>
          <a:lstStyle>
            <a:lvl1pPr>
              <a:buNone/>
              <a:defRPr b="0">
                <a:latin typeface="+mn-lt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350966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Title and Conten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Google Shape;7;p1">
            <a:extLst>
              <a:ext uri="{FF2B5EF4-FFF2-40B4-BE49-F238E27FC236}">
                <a16:creationId xmlns:a16="http://schemas.microsoft.com/office/drawing/2014/main" id="{4E8E1A30-20E4-ECE0-B712-9EA71F9E9D7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57200" y="914400"/>
            <a:ext cx="11430000" cy="5212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533267" lvl="0" indent="-38090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 panose="020B0604020202020204" pitchFamily="34" charset="0"/>
              <a:buChar char="•"/>
              <a:defRPr sz="2399">
                <a:solidFill>
                  <a:schemeClr val="bg2"/>
                </a:solidFill>
                <a:latin typeface="+mn-lt"/>
                <a:ea typeface="Montserrat Black"/>
                <a:cs typeface="Montserrat Black"/>
                <a:sym typeface="Montserrat Black"/>
              </a:defRPr>
            </a:lvl1pPr>
            <a:lvl2pPr marL="1218895" lvl="1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828343" lvl="2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2437790" lvl="3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3047238" lvl="4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3656686" lvl="5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4266133" lvl="6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4875581" lvl="7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5485028" lvl="8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3736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765500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6932555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Ref idx="1001">
        <a:schemeClr val="bg2"/>
      </p:bgRef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492" y="593367"/>
            <a:ext cx="11357841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80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492" y="1536633"/>
            <a:ext cx="11357841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Black"/>
              <a:buChar char="●"/>
              <a:defRPr sz="1800">
                <a:solidFill>
                  <a:schemeClr val="dk2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58" r:id="rId2"/>
    <p:sldLayoutId id="2147483661" r:id="rId3"/>
    <p:sldLayoutId id="2147483659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 i="0" u="none">
                <a:solidFill>
                  <a:srgbClr val="7F7F7F"/>
                </a:solidFill>
              </a:rPr>
              <a:t>Demo - deck_title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 i="0" u="none">
                <a:solidFill>
                  <a:srgbClr val="000000"/>
                </a:solidFill>
              </a:rPr>
              <a:t>deckbridge - deck_author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11430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
</a:t>
            </a:r>
            <a:r>
              <a:rPr sz="1400" b="0" i="1" u="none">
                <a:solidFill>
                  <a:srgbClr val="000000"/>
                </a:solidFill>
              </a:rPr>
              <a:t>2024 Actuals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636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 u="none">
                <a:solidFill>
                  <a:srgbClr val="000000"/>
                </a:solidFill>
              </a:rPr>
              <a:t>Notes: Adjusted for recent acquisitions.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5715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6172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172200" y="1005840"/>
            <a:ext cx="5715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(Bar) - Chart Title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4270248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70248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(Bar) - Chart Title</a:t>
            </a:r>
          </a:p>
        </p:txBody>
      </p:sp>
      <p:graphicFrame>
        <p:nvGraphicFramePr>
          <p:cNvPr id="7" name="chart_3"/>
          <p:cNvGraphicFramePr>
            <a:graphicFrameLocks noGrp="1"/>
          </p:cNvGraphicFramePr>
          <p:nvPr/>
        </p:nvGraphicFramePr>
        <p:xfrm>
          <a:off x="8083296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83296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Custom 2">
      <a:dk1>
        <a:srgbClr val="000000"/>
      </a:dk1>
      <a:lt1>
        <a:srgbClr val="E2DDD1"/>
      </a:lt1>
      <a:dk2>
        <a:srgbClr val="171616"/>
      </a:dk2>
      <a:lt2>
        <a:srgbClr val="FFFFFF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noAutofit/>
      </a:bodyPr>
      <a:lstStyle>
        <a:defPPr algn="l">
          <a:defRPr dirty="0"/>
        </a:defPPr>
      </a:lstStyle>
    </a:tx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0</Words>
  <Application>Microsoft Macintosh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Nunito Light</vt:lpstr>
      <vt:lpstr>Arimo SemiBold</vt:lpstr>
      <vt:lpstr>Montserrat Black</vt:lpstr>
      <vt:lpstr>Simple Light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Joseph Cobb</cp:lastModifiedBy>
  <cp:revision>16</cp:revision>
  <dcterms:modified xsi:type="dcterms:W3CDTF">2026-04-25T20:53:12Z</dcterms:modified>
</cp:coreProperties>
</file>